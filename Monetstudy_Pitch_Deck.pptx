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</a:rPr>
              <a:t>Monetstudy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The intelligence to learn your way.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Presenter: Kyeyune Neithen, Founder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Information Overload: Students are overwhelmed by disorganized notes and scattered resources.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Dense, Intimidating Textbooks: Massive books discourage students.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Standardized Inefficiency: Traditional education forces everyone to learn the exact same way.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The Philosophy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The Core Belief: The best way to learn is our own way.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The Shift: Education shouldn't force the student to adapt to the material. It should focus on adapting the material to the student.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The Solution: Monetstudy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 next-generation AI-powered personalized learning environment.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Students upload hundreds of pages of unorganized material or dense textbooks.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They apply Custom Instructions (e.g., 'Teach me using real-world analogies').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Monetstudy instantly transforms the chaos into a structured, perfectly tailored course.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Step 1: Ingest. Upload massive documents. Our AI pipeline handles entire textbooks seamlessly.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Step 2: Personalize. Set Custom Instructions. Tell the AI how your brain processes info.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Step 3: Learn. Get a dynamic course with beautifully rendered equations, AI illustrations, and step-by-step topic breakdowns.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The Unfair Advantage (Technology)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Massive Document Processing: Custom-built architecture deeply analyzes and retrieves data from 3M+ character documents natively.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Intelligent Generation: Acts as a dynamic tutor creating complete topical outlines.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Integrated AI Visuals: Embeds custom AI illustrations directly alongside the text to aid memory.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Business Model &amp; Pricing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Freemium Strategy to remove barriers while monetizing heavy users.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Tier 1: Free / Starter - Core course generation.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Tier 2: Scholar Plan ($5/month) - Premium features including AI-generated illustrations.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Tier 3: Unlimited Plan ($10/month) - Full unrestricted processing for massive databases.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Seamless Payments: Natively integrated with Pesapal for mobile money and local cards to ensure accessibility across Africa.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The 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Local to Global: A massive, underserved demographic of students locked out of expensive private tutoring.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The Ed-Tech Gap: Monetstudy fills this gap by democratizing elite, personalized tutoring.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We provide a world-class study tool that scales infinitely, all for the price of a cup of coffee.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The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Kyeyune Neithen - Founder &amp; Lead Engineer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Solo architected the full-stack web application from a room in Uganda.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Custom-built payment integrations, advanced AI document processing, and scalable cloud architecture.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Deeply passionate about solving the global education crisis through personalized technology.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The Ask /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The Vision: To become the default study layer for the modern student.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Turning any disorganized notes or dense textbook into a highly personalized, interactive learning journey.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Call to Action: Looking for initial seed funding or strategic partnerships to scale server infrastructure and accelerate user acquisition.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2026-04-20T08:18:49Z</dcterms:created>
  <dcterms:modified xsi:type="dcterms:W3CDTF">2026-04-20T08:18:49Z</dcterms:modified>
</cp:coreProperties>
</file>